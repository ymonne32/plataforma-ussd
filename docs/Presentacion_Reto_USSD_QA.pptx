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46755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05782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342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80176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0168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67581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52003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55348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88572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95235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33298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592167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95651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894426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101152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27981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F8010B-9147-40A5-9526-94E72FC5C30C}" type="datetimeFigureOut">
              <a:rPr lang="es-PE" smtClean="0"/>
              <a:t>2/06/2026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93FF651E-433E-43D7-A1EE-3D10A98E1E9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27938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6CD68D-844B-DC81-DB22-67C576EDD3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/>
              <a:t>Aseguramiento de Calidad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E3BD6A-7B9B-8B75-1531-7AFCF276B2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PE"/>
              <a:t>Plataforma USSD (gRPC) - Reto Hakom
Yamileidy Monne Clemente | Karate + Java | Junio 2026</a:t>
            </a:r>
          </a:p>
        </p:txBody>
      </p:sp>
    </p:spTree>
    <p:extLst>
      <p:ext uri="{BB962C8B-B14F-4D97-AF65-F5344CB8AC3E}">
        <p14:creationId xmlns:p14="http://schemas.microsoft.com/office/powerpoint/2010/main" val="835748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4B3E97-C117-0574-1321-5D709F562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B35E123-E1E6-21AC-00AA-79707734A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Contexto de negocio: canal USSD</a:t>
            </a:r>
          </a:p>
          <a:p>
            <a:r>
              <a:rPr lang="es-ES"/>
              <a:t>Objetivo del reto y alcance</a:t>
            </a:r>
          </a:p>
          <a:p>
            <a:r>
              <a:rPr lang="es-ES"/>
              <a:t>Estrategia y framework (Karate + gRPC)</a:t>
            </a:r>
          </a:p>
          <a:p>
            <a:r>
              <a:rPr lang="es-ES"/>
              <a:t>Arquitectura de la suite de pruebas</a:t>
            </a:r>
          </a:p>
          <a:p>
            <a:r>
              <a:rPr lang="es-ES"/>
              <a:t>Reglas criticas: sesiones stateful</a:t>
            </a:r>
          </a:p>
          <a:p>
            <a:r>
              <a:rPr lang="es-ES"/>
              <a:t>Resultados, riesgos y semaforo</a:t>
            </a:r>
          </a:p>
          <a:p>
            <a:r>
              <a:rPr lang="es-ES"/>
              <a:t>Escalabilidad y proximos pasos</a:t>
            </a:r>
          </a:p>
          <a:p>
            <a:r>
              <a:rPr lang="es-ES"/>
              <a:t>Demo y entregables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66964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46D41-200D-18F3-AF7F-E2991FE9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Que es USSD y por que importa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DE219D-0FC7-B05B-E20D-ADF0454BE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Canal *999#: menu en el celular sin app</a:t>
            </a:r>
          </a:p>
          <a:p>
            <a:r>
              <a:rPr lang="es-ES"/>
              <a:t>Alto volumen: saldo, recargas, movimientos</a:t>
            </a:r>
          </a:p>
          <a:p>
            <a:r>
              <a:rPr lang="es-ES"/>
              <a:t>Un fallo impacta reputacion del operador</a:t>
            </a:r>
          </a:p>
          <a:p>
            <a:r>
              <a:rPr lang="es-ES"/>
              <a:t>Recarga (opcion 2) impacta ingresos</a:t>
            </a:r>
          </a:p>
          <a:p>
            <a:r>
              <a:rPr lang="es-ES"/>
              <a:t>Integracion interna via gRPC (UssdCmd)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63564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9D30C6-73D8-E61A-94FD-FDFE65E2C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Objetivo del reto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3ADFB-E9BB-62BA-A143-D2E0EDB9A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Validar flujo de navegacion del menu USSD</a:t>
            </a:r>
          </a:p>
          <a:p>
            <a:r>
              <a:rPr lang="es-PE"/>
              <a:t>Asegurar integridad de sesiones stateful</a:t>
            </a:r>
          </a:p>
          <a:p>
            <a:r>
              <a:rPr lang="es-PE"/>
              <a:t>Cumplir reglas: sessionId, msisdn, campos fijos</a:t>
            </a:r>
          </a:p>
          <a:p>
            <a:r>
              <a:rPr lang="es-PE"/>
              <a:t>Entregar estrategia QA + automatizacion + reporte CEO</a:t>
            </a:r>
          </a:p>
          <a:p>
            <a:r>
              <a:rPr lang="es-PE"/>
              <a:t>Servidor: 181.224.248.52:9898 - UssdCmd/UssdCmd</a:t>
            </a:r>
          </a:p>
        </p:txBody>
      </p:sp>
    </p:spTree>
    <p:extLst>
      <p:ext uri="{BB962C8B-B14F-4D97-AF65-F5344CB8AC3E}">
        <p14:creationId xmlns:p14="http://schemas.microsoft.com/office/powerpoint/2010/main" val="444640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0ECBAC-4294-66B4-5CBE-22EB381C9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Framework: Java + Karate + gRPC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966216-8C9C-56F0-4CC2-35B24A620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Java 17 + Maven: estandar enterprise y CI/CD</a:t>
            </a:r>
          </a:p>
          <a:p>
            <a:r>
              <a:rPr lang="es-PE"/>
              <a:t>Karate 1.5: features legibles, reportes HTML</a:t>
            </a:r>
          </a:p>
          <a:p>
            <a:r>
              <a:rPr lang="es-PE"/>
              <a:t>grpc-java + UssdGrpcClient: contrato Protobuf</a:t>
            </a:r>
          </a:p>
          <a:p>
            <a:r>
              <a:rPr lang="es-PE"/>
              <a:t>Postman: exploracion manual</a:t>
            </a:r>
          </a:p>
          <a:p>
            <a:r>
              <a:rPr lang="es-PE"/>
              <a:t>JMeter: recomendado fase 2 para carga</a:t>
            </a:r>
          </a:p>
        </p:txBody>
      </p:sp>
    </p:spTree>
    <p:extLst>
      <p:ext uri="{BB962C8B-B14F-4D97-AF65-F5344CB8AC3E}">
        <p14:creationId xmlns:p14="http://schemas.microsoft.com/office/powerpoint/2010/main" val="2661540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B00FE0-B803-1B48-486C-3D897C6A9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Piramide de pruebas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82CF09-0658-D4A3-A353-4D8BBBAB3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Nivel 1 - Contrato (sin red): payloads inicial y posterior</a:t>
            </a:r>
          </a:p>
          <a:p>
            <a:r>
              <a:rPr lang="es-ES"/>
              <a:t>Nivel 2 - Integracion: smoke + opciones 1 a 4</a:t>
            </a:r>
          </a:p>
          <a:p>
            <a:r>
              <a:rPr lang="es-ES"/>
              <a:t>Nivel 3 - E2E: Happy Path completo</a:t>
            </a:r>
          </a:p>
          <a:p>
            <a:r>
              <a:rPr lang="es-ES"/>
              <a:t>Validar contrato y sesion antes de exploracion masiva</a:t>
            </a:r>
          </a:p>
          <a:p>
            <a:r>
              <a:rPr lang="es-ES"/>
              <a:t>CI: contrato en cada build; integracion si ambiente UP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6485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762241-7ED0-6B06-EAC7-F5D660A54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Flujo del usuario (Happy Path)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6C7EBB-F503-081A-252E-82457ED7F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1. Marca *999# - menu principal (llamada inicial)</a:t>
            </a:r>
          </a:p>
          <a:p>
            <a:r>
              <a:rPr lang="es-ES"/>
              <a:t>2. Opcion 1: Consultar saldo</a:t>
            </a:r>
          </a:p>
          <a:p>
            <a:r>
              <a:rPr lang="es-ES"/>
              <a:t>3. Opcion 2: Recargar (monto)</a:t>
            </a:r>
          </a:p>
          <a:p>
            <a:r>
              <a:rPr lang="es-ES"/>
              <a:t>4. Opcion 3: Estado de cuenta</a:t>
            </a:r>
          </a:p>
          <a:p>
            <a:r>
              <a:rPr lang="es-ES"/>
              <a:t>5. Opcion 4: Salir</a:t>
            </a:r>
          </a:p>
          <a:p>
            <a:r>
              <a:rPr lang="es-ES"/>
              <a:t>Cada paso reutiliza el mismo sessionId y msisdn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7154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F0B1B2-839D-0B11-318F-326FC7B85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Reglas: llamada inicial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8CEB16-D647-50D3-BB41-A3DFD31D8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Solo se modifican: msisdn y ussdString (*999#)</a:t>
            </a:r>
          </a:p>
          <a:p>
            <a:r>
              <a:rPr lang="es-PE"/>
              <a:t>Operacion: USSD_SERVICE_PROCESS_UNSTRUCTURED_SS_REQUEST</a:t>
            </a:r>
          </a:p>
          <a:p>
            <a:r>
              <a:rPr lang="es-PE"/>
              <a:t>Respuesta devuelve sessionId (guardarlo)</a:t>
            </a:r>
          </a:p>
          <a:p>
            <a:r>
              <a:rPr lang="es-PE"/>
              <a:t>Feature: 01-inicio-sesion + 00-contracto-payload</a:t>
            </a:r>
          </a:p>
        </p:txBody>
      </p:sp>
    </p:spTree>
    <p:extLst>
      <p:ext uri="{BB962C8B-B14F-4D97-AF65-F5344CB8AC3E}">
        <p14:creationId xmlns:p14="http://schemas.microsoft.com/office/powerpoint/2010/main" val="129841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D89BED-94E2-CC98-7FED-C20427186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Reglas: llamadas posteriores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05BECD-3CFB-3F17-C632-D0200D814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Solo cambia ussdString (input del usuario)</a:t>
            </a:r>
          </a:p>
          <a:p>
            <a:r>
              <a:rPr lang="es-PE"/>
              <a:t>sessionId = el de la primera respuesta</a:t>
            </a:r>
          </a:p>
          <a:p>
            <a:r>
              <a:rPr lang="es-PE"/>
              <a:t>msisdn no puede cambiar en la sesion</a:t>
            </a:r>
          </a:p>
          <a:p>
            <a:r>
              <a:rPr lang="es-PE"/>
              <a:t>gwTransId, ussdGwId, ussdCoreId, type: fijos</a:t>
            </a:r>
          </a:p>
          <a:p>
            <a:r>
              <a:rPr lang="es-PE"/>
              <a:t>Feature: 06-reglas-sesion + features 02-05</a:t>
            </a:r>
          </a:p>
        </p:txBody>
      </p:sp>
    </p:spTree>
    <p:extLst>
      <p:ext uri="{BB962C8B-B14F-4D97-AF65-F5344CB8AC3E}">
        <p14:creationId xmlns:p14="http://schemas.microsoft.com/office/powerpoint/2010/main" val="3570592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27CC40-E88E-C554-0292-6D185906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Integridad de sesion (riesgo 1)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5B2B0-886F-A9CD-D82D-6D0EAFF3A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*999# genera sessionId = ABC</a:t>
            </a:r>
          </a:p>
          <a:p>
            <a:r>
              <a:rPr lang="es-ES"/>
              <a:t>Usuario pulsa 1 - debe seguir ABC</a:t>
            </a:r>
          </a:p>
          <a:p>
            <a:r>
              <a:rPr lang="es-ES"/>
              <a:t>Si sessionId cambia: menu roto</a:t>
            </a:r>
          </a:p>
          <a:p>
            <a:r>
              <a:rPr lang="es-ES"/>
              <a:t>Control QA: assert sessionId en cada respuesta</a:t>
            </a:r>
          </a:p>
          <a:p>
            <a:r>
              <a:rPr lang="es-ES"/>
              <a:t>Impacto: abandono y perdida de recargas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367359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C0BF8-3E20-EBD4-1677-816DF592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MSISDN inmutable (riesgo 2)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4E67C3-3A11-2085-964A-298986C08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MSISDN = numero de telefono del cliente</a:t>
            </a:r>
          </a:p>
          <a:p>
            <a:r>
              <a:rPr lang="es-ES"/>
              <a:t>Si cambia en mitad de sesion: datos de otro usuario</a:t>
            </a:r>
          </a:p>
          <a:p>
            <a:r>
              <a:rPr lang="es-ES"/>
              <a:t>Impacto muy alto: regulacion y reputacion</a:t>
            </a:r>
          </a:p>
          <a:p>
            <a:r>
              <a:rPr lang="es-ES"/>
              <a:t>Control QA: validacion en todos los flujos grpc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78023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F599A-8CEA-EE69-4D4A-09E6DD83C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Suite de pruebas automatizada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71A4F6F-394A-82CF-61F9-52D9CC2E8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00-smoke-conexion - menu principal</a:t>
            </a:r>
          </a:p>
          <a:p>
            <a:r>
              <a:rPr lang="es-PE"/>
              <a:t>01-inicio-sesion - sessionId</a:t>
            </a:r>
          </a:p>
          <a:p>
            <a:r>
              <a:rPr lang="es-PE"/>
              <a:t>02 a 05 - opciones menu 1-4</a:t>
            </a:r>
          </a:p>
          <a:p>
            <a:r>
              <a:rPr lang="es-PE"/>
              <a:t>06-reglas-sesion - contrato stateful</a:t>
            </a:r>
          </a:p>
          <a:p>
            <a:r>
              <a:rPr lang="es-PE"/>
              <a:t>07-flujo-completo - E2E</a:t>
            </a:r>
          </a:p>
          <a:p>
            <a:r>
              <a:rPr lang="es-PE"/>
              <a:t>00-contracto-payload - 2 escenarios sin red</a:t>
            </a:r>
          </a:p>
          <a:p>
            <a:r>
              <a:rPr lang="es-PE"/>
              <a:t>Total: 12 escenarios en 9 features Karate</a:t>
            </a:r>
          </a:p>
        </p:txBody>
      </p:sp>
    </p:spTree>
    <p:extLst>
      <p:ext uri="{BB962C8B-B14F-4D97-AF65-F5344CB8AC3E}">
        <p14:creationId xmlns:p14="http://schemas.microsoft.com/office/powerpoint/2010/main" val="3444637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32ECD7-A193-F9CF-09D0-353470FA4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Metricas y traduccion a negocio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4F5B2E5-C425-9B3B-B655-5C09CE309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Contrato: 2 de 2 OK - formato de mensajes correcto</a:t>
            </a:r>
          </a:p>
          <a:p>
            <a:r>
              <a:rPr lang="es-ES"/>
              <a:t>Integracion: 10 escenarios listos (requiere red)</a:t>
            </a:r>
          </a:p>
          <a:p>
            <a:r>
              <a:rPr lang="es-ES"/>
              <a:t>Regresion estimada: menos de 3 minutos</a:t>
            </a:r>
          </a:p>
          <a:p>
            <a:r>
              <a:rPr lang="es-ES"/>
              <a:t>Reporte HTML: target/karate-reports/karate-summary.html</a:t>
            </a:r>
          </a:p>
          <a:p>
            <a:r>
              <a:rPr lang="es-ES"/>
              <a:t>Bloqueo: puerto 9898 no accesible sin VPN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230687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A6B712-4C05-8335-8535-132256852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Semaforo de calidad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C6389C4-5387-0B6B-E092-54D731159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VERDE: diseno de pruebas y reglas de sesion</a:t>
            </a:r>
          </a:p>
          <a:p>
            <a:r>
              <a:rPr lang="es-ES"/>
              <a:t>VERDE: automatizacion Happy Path + 4 opciones</a:t>
            </a:r>
          </a:p>
          <a:p>
            <a:r>
              <a:rPr lang="es-ES"/>
              <a:t>AMBAR: ejecucion contra simulador (VPN/red)</a:t>
            </a:r>
          </a:p>
          <a:p>
            <a:r>
              <a:rPr lang="es-ES"/>
              <a:t>AMBAR: pruebas negativas de seguridad (fase 2)</a:t>
            </a:r>
          </a:p>
          <a:p>
            <a:r>
              <a:rPr lang="es-ES"/>
              <a:t>PENDIENTE: pruebas de estres / escala (fase 2)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75370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00A2FE-68AA-1585-8E41-F173B9BE4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Hallazgos principales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FF529F-7AC7-E9CA-FE6E-5332D32C5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H1 - Suite alineada al documento tecnico</a:t>
            </a:r>
          </a:p>
          <a:p>
            <a:r>
              <a:rPr lang="es-PE"/>
              <a:t>H2 - Contrato validado sin red (2/2 OK)</a:t>
            </a:r>
          </a:p>
          <a:p>
            <a:r>
              <a:rPr lang="es-PE"/>
              <a:t>H3 - Integracion bloqueada por acceso al servidor</a:t>
            </a:r>
          </a:p>
          <a:p>
            <a:r>
              <a:rPr lang="es-PE"/>
              <a:t>H4 - Reportes Karate listos para auditoria</a:t>
            </a:r>
          </a:p>
          <a:p>
            <a:r>
              <a:rPr lang="es-PE"/>
              <a:t>Conclusion: herramienta lista; certificar ambiente</a:t>
            </a:r>
          </a:p>
        </p:txBody>
      </p:sp>
    </p:spTree>
    <p:extLst>
      <p:ext uri="{BB962C8B-B14F-4D97-AF65-F5344CB8AC3E}">
        <p14:creationId xmlns:p14="http://schemas.microsoft.com/office/powerpoint/2010/main" val="3014963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780102-AC43-08F2-84AC-67DA8146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Recomendaciones priorizadas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72CE59D-CB1E-AE84-0956-BD5B89B73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P0 - Habilitar VPN o whitelist IP al simulador</a:t>
            </a:r>
          </a:p>
          <a:p>
            <a:r>
              <a:rPr lang="es-PE"/>
              <a:t>P0 - Ejecutar: mvn test -Dtest=UssdTestRunner</a:t>
            </a:r>
          </a:p>
          <a:p>
            <a:r>
              <a:rPr lang="es-PE"/>
              <a:t>P1 - Pipeline CI: contrato + integracion nightly</a:t>
            </a:r>
          </a:p>
          <a:p>
            <a:r>
              <a:rPr lang="es-PE"/>
              <a:t>P1 - Pruebas negativas (sessionId invalido)</a:t>
            </a:r>
          </a:p>
          <a:p>
            <a:r>
              <a:rPr lang="es-PE"/>
              <a:t>P2 - Carga JMeter + monitoreo sintetico *999#</a:t>
            </a:r>
          </a:p>
        </p:txBody>
      </p:sp>
    </p:spTree>
    <p:extLst>
      <p:ext uri="{BB962C8B-B14F-4D97-AF65-F5344CB8AC3E}">
        <p14:creationId xmlns:p14="http://schemas.microsoft.com/office/powerpoint/2010/main" val="743026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152701-AC94-F507-445C-A52B00A3A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Como asegurar que el servicio escale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A92ADC-45A3-6A26-E5A4-A958DD545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/>
              <a:t>Hoy: regresion funcional automatica pre-release</a:t>
            </a:r>
          </a:p>
          <a:p>
            <a:r>
              <a:rPr lang="es-ES"/>
              <a:t>Fase 2: sesiones concurrentes, latencia p95</a:t>
            </a:r>
          </a:p>
          <a:p>
            <a:r>
              <a:rPr lang="es-ES"/>
              <a:t>Produccion: robot *999# cada 5 minutos</a:t>
            </a:r>
          </a:p>
          <a:p>
            <a:r>
              <a:rPr lang="es-ES"/>
              <a:t>Arquitectura: TTL de sessionId, limites por MSISDN</a:t>
            </a:r>
          </a:p>
          <a:p>
            <a:r>
              <a:rPr lang="es-ES"/>
              <a:t>Funcional + carga + monitoreo = defensa en profundidad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666782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67D8EF-7E6D-2D7E-04CF-3F65FED3D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Como ejecutar la suite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B181893-2E6E-1547-E401-EF0FA7E37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Sin red: mvn test -Poffline</a:t>
            </a:r>
          </a:p>
          <a:p>
            <a:r>
              <a:rPr lang="es-PE"/>
              <a:t>Con VPN: mvn test -Dtest=UssdTestRunner</a:t>
            </a:r>
          </a:p>
          <a:p>
            <a:r>
              <a:rPr lang="es-PE"/>
              <a:t>Red: Test-NetConnection 181.224.248.52 -Port 9898</a:t>
            </a:r>
          </a:p>
          <a:p>
            <a:r>
              <a:rPr lang="es-PE"/>
              <a:t>Docs: docs/REPORTE_EJECUTIVO_CEO.md</a:t>
            </a:r>
          </a:p>
          <a:p>
            <a:r>
              <a:rPr lang="es-PE"/>
              <a:t>Repo: RetoQA (GitHub/GitLab)</a:t>
            </a:r>
          </a:p>
        </p:txBody>
      </p:sp>
    </p:spTree>
    <p:extLst>
      <p:ext uri="{BB962C8B-B14F-4D97-AF65-F5344CB8AC3E}">
        <p14:creationId xmlns:p14="http://schemas.microsoft.com/office/powerpoint/2010/main" val="2234719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2512EF-4151-1F43-B1F0-D95384A02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/>
              <a:t>Entregables del reto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14BD58-6443-2125-8072-35192CA12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/>
              <a:t>Repositorio: codigo + features Karate + proto</a:t>
            </a:r>
          </a:p>
          <a:p>
            <a:r>
              <a:rPr lang="es-PE"/>
              <a:t>ESTRATEGIA_QA.md - estrategia profesional</a:t>
            </a:r>
          </a:p>
          <a:p>
            <a:r>
              <a:rPr lang="es-PE"/>
              <a:t>REPORTE_EJECUTIVO_CEO.md - vision direccion</a:t>
            </a:r>
          </a:p>
          <a:p>
            <a:r>
              <a:rPr lang="es-PE"/>
              <a:t>GUIA_PRESENTACION.md - guion de presentacion</a:t>
            </a:r>
          </a:p>
          <a:p>
            <a:r>
              <a:rPr lang="es-PE"/>
              <a:t>PPT + reportes HTML de evidencia</a:t>
            </a:r>
          </a:p>
        </p:txBody>
      </p:sp>
    </p:spTree>
    <p:extLst>
      <p:ext uri="{BB962C8B-B14F-4D97-AF65-F5344CB8AC3E}">
        <p14:creationId xmlns:p14="http://schemas.microsoft.com/office/powerpoint/2010/main" val="2112376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2287B-02DA-9D0D-ACB5-9F4DFDD6B4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/>
              <a:t>Gracias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5420D7-4B8B-7AE8-3AA1-D4565E0E04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/>
              <a:t>Preguntas`nProximo paso: habilitar ambiente y certificar integracion gRPC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Espiral">
  <a:themeElements>
    <a:clrScheme name="Espiral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Espiral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Espiral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Metadata/LabelInfo.xml><?xml version="1.0" encoding="utf-8"?>
<clbl:labelList xmlns:clbl="http://schemas.microsoft.com/office/2020/mipLabelMetadata">
  <clbl:label id="{6c04a875-6eb2-484b-a14b-e2519851b720}" enabled="1" method="Standard" siteId="{14cb4ab4-62b8-45a2-a944-e225383ee1f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842</Words>
  <Application>Microsoft Office PowerPoint</Application>
  <PresentationFormat>Panorámica</PresentationFormat>
  <Paragraphs>116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Century Gothic</vt:lpstr>
      <vt:lpstr>Wingdings 3</vt:lpstr>
      <vt:lpstr>Espiral</vt:lpstr>
      <vt:lpstr>Aseguramiento de Calidad</vt:lpstr>
      <vt:lpstr>Agenda</vt:lpstr>
      <vt:lpstr>Que es USSD y por que importa</vt:lpstr>
      <vt:lpstr>Objetivo del reto</vt:lpstr>
      <vt:lpstr>Framework: Java + Karate + gRPC</vt:lpstr>
      <vt:lpstr>Piramide de pruebas</vt:lpstr>
      <vt:lpstr>Flujo del usuario (Happy Path)</vt:lpstr>
      <vt:lpstr>Reglas: llamada inicial</vt:lpstr>
      <vt:lpstr>Reglas: llamadas posteriores</vt:lpstr>
      <vt:lpstr>Integridad de sesion (riesgo 1)</vt:lpstr>
      <vt:lpstr>MSISDN inmutable (riesgo 2)</vt:lpstr>
      <vt:lpstr>Suite de pruebas automatizada</vt:lpstr>
      <vt:lpstr>Metricas y traduccion a negocio</vt:lpstr>
      <vt:lpstr>Semaforo de calidad</vt:lpstr>
      <vt:lpstr>Hallazgos principales</vt:lpstr>
      <vt:lpstr>Recomendaciones priorizadas</vt:lpstr>
      <vt:lpstr>Como asegurar que el servicio escale</vt:lpstr>
      <vt:lpstr>Como ejecutar la suite</vt:lpstr>
      <vt:lpstr>Entregables del reto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Yamileidy Monne Clemente</dc:creator>
  <cp:lastModifiedBy>Yamileidy Monne Clemente</cp:lastModifiedBy>
  <cp:revision>2</cp:revision>
  <dcterms:created xsi:type="dcterms:W3CDTF">2026-06-02T18:34:11Z</dcterms:created>
  <dcterms:modified xsi:type="dcterms:W3CDTF">2026-06-02T18:35:51Z</dcterms:modified>
</cp:coreProperties>
</file>