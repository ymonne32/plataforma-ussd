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F2A16-5B7B-49FE-8B7E-57F6517DB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120423-67DA-5F90-2F29-A468A38FF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45E0C2-012D-292A-3D0A-E002759FD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829F8F-991F-7305-687E-086EC7AB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1EFEA-F874-1853-1908-EC3F4CC7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9450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900959-6544-E93C-B30E-58E79EC33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BC0F8-F63F-DC6B-783D-13EC6A44D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A33CB1-6695-5478-A84C-FCBA85C44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68093D-597F-1AEA-8526-1D09E2B7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04B928-C2D1-7B17-1F10-3B205957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2994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C4053-56B0-B5F2-89F3-5D257D2F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9A5948-17A2-6BAA-0745-FD14FF99D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A7162-D7F0-43DF-C8DE-6D5D3B505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6FE8D1-06CA-4E8F-2972-CB68904C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95D95A-FAAB-8E2B-1B65-6F723562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264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6B906-5C35-F0BC-D30F-E511FCB1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7FB0F0-5CA8-9B28-E0A3-02F8649A4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595975-10A3-2591-DBCF-EF9A1B9BC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0287DE-536A-8EB1-6E5F-58574C19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483A32-4948-391C-C54A-32748FDD9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6A872F-BD99-A90D-F5BA-73991DEB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75319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A7BB7-2358-71B2-4520-1782623F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C93772-4DCF-2536-8D6D-D9BBAC0B6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17C5D9-11E2-9F59-83CA-0842D919D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0A16A8D-A5D1-F6E9-7815-5B5529E65F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A9DE6D-8645-DD4D-DAAB-F3FCF8DCE9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B328718-FE05-A041-AA08-9BF89C76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FB76D5B-1D71-9274-7290-E18B645D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4E07F8-A631-5536-8265-5B80F557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056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ADB77-3914-7095-A021-4007119E6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8ACD0B-C4E4-7780-5854-5C97F4CE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3362453-E443-15C1-EB75-A309F972E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7EA643D-41F5-F6A2-9000-56862683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1645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0EE2E1A-80D6-D2FA-4511-5D750A2D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A6F1B40-4677-3C91-E7B3-0EB6CBCBC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932C38-84B6-FF67-3AB6-A17CD317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700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C42CCF-6493-AD93-FF3F-FCCC59AE8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C803D7-E3A1-E1FF-9A1A-D034F0BF1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09D392-3184-8268-5A22-34050431F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005C58-9512-F1FC-A8A5-20DA9A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E9929-BAA6-86A8-7BAA-3BF17B10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E527D6-8044-CA8F-3778-C5097354C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941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A4742-2A09-DA4D-8C06-BA11023C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1A70B9-0D11-BF8D-B6EA-46007A71CC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FA69D7-5F67-DD12-5B4D-BDE6CF1C6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BE805D-CC5F-8CA7-2975-0F4E3ED2F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170C8E-8652-ADA9-1435-E0A57D79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AD2D09-D3B2-2C86-583E-090C71A59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2214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7B047-6752-99BE-9523-26386296D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3B9B768-9C3E-7FEF-3D35-8D89633E08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2D3B77-07BF-C9AA-EC5A-E97AA8F95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532EB8-320A-9F46-761C-740770E8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683F95-7A36-6F9C-7CAF-C05CBD824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261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5409F7-4837-FB35-1E4A-A782A51A69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97C2B1-0E97-6395-E251-474C17C80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667612-E045-112F-2F8E-36F271EEA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62C97B-BB63-8D67-0EB0-0D2B92D00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59B594-0D0F-D3FF-92B2-92FCDAA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5869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5C3C7C-F659-78BC-E661-5CC448160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E63DCB-020E-D3A4-40A8-2DC65D591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05073B-B808-1647-30D2-B79739130E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44F50-15B3-4D41-BB29-1A5844F7E965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999209-72BB-A58C-E8BD-FFE51A593D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DEEFA7-D845-5E13-8893-1AD03F3D2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F6DA6-DCA9-4694-8153-A7637AF7C31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4657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FE5E0-A1B5-2FF8-99AA-16F889264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Aseguramiento de Calidad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2D16AB-B8F3-8A26-4939-71C67F704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/>
              <a:t>Plataforma USSD (gRPC) - Reto Hakom
Yamileidy Monne Clemente | Karate + Java | Junio 2026</a:t>
            </a:r>
          </a:p>
        </p:txBody>
      </p:sp>
    </p:spTree>
    <p:extLst>
      <p:ext uri="{BB962C8B-B14F-4D97-AF65-F5344CB8AC3E}">
        <p14:creationId xmlns:p14="http://schemas.microsoft.com/office/powerpoint/2010/main" val="3905575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965BF-42C9-B0A2-0B33-7F8445993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Contexto de negocio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6E5CF-9F52-6FD6-28E5-662DB4F53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USSD = menu al marcar *999# (sin app ni datos)</a:t>
            </a:r>
          </a:p>
          <a:p>
            <a:r>
              <a:rPr lang="es-ES"/>
              <a:t>Alto volumen: saldo, recarga, movimientos, salir</a:t>
            </a:r>
          </a:p>
          <a:p>
            <a:r>
              <a:rPr lang="es-ES"/>
              <a:t>Un fallo = el operador no me deja usar el servicio</a:t>
            </a:r>
          </a:p>
          <a:p>
            <a:r>
              <a:rPr lang="es-ES"/>
              <a:t>Backend gRPC (UssdCmd) con sesiones stateful</a:t>
            </a:r>
          </a:p>
          <a:p>
            <a:r>
              <a:rPr lang="es-ES"/>
              <a:t>Validar que el cliente complete su intencion sin perder sesion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313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DACA9-F679-6E94-B966-B16FA4E7D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Objetivo del reto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C8C0CA-3B1D-3255-6E02-A7F6F40D9E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Validar navegacion del menu - suite Karate @grpc</a:t>
            </a:r>
          </a:p>
          <a:p>
            <a:r>
              <a:rPr lang="es-PE"/>
              <a:t>Integridad sesiones stateful - 06-reglas-sesion.feature</a:t>
            </a:r>
          </a:p>
          <a:p>
            <a:r>
              <a:rPr lang="es-PE"/>
              <a:t>Reglas sessionId / msisdn - UssdPayloads + @contract</a:t>
            </a:r>
          </a:p>
          <a:p>
            <a:r>
              <a:rPr lang="es-PE"/>
              <a:t>Reporte ejecutivo para direccion</a:t>
            </a:r>
          </a:p>
          <a:p>
            <a:r>
              <a:rPr lang="es-PE"/>
              <a:t>Ambiente: 181.224.248.52:9898</a:t>
            </a:r>
          </a:p>
        </p:txBody>
      </p:sp>
    </p:spTree>
    <p:extLst>
      <p:ext uri="{BB962C8B-B14F-4D97-AF65-F5344CB8AC3E}">
        <p14:creationId xmlns:p14="http://schemas.microsoft.com/office/powerpoint/2010/main" val="415475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E3663-B698-AEB7-D0C2-CAA8097B2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Piramide de pruebas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CE8984-9B00-B2D9-F69E-B0AB8932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Nivel 3 - E2E @e2e: Happy Path completo (07-flujo-completo)</a:t>
            </a:r>
          </a:p>
          <a:p>
            <a:r>
              <a:rPr lang="es-ES"/>
              <a:t>Nivel 2 - Integracion @grpc: smoke + opciones 1 a 4</a:t>
            </a:r>
          </a:p>
          <a:p>
            <a:r>
              <a:rPr lang="es-ES"/>
              <a:t>Nivel 1 - Contrato @contract: payloads sin red (2 tests)</a:t>
            </a:r>
          </a:p>
          <a:p>
            <a:r>
              <a:rPr lang="es-ES"/>
              <a:t>Principio: proteger sesion y contrato antes de exploracion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774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C3B56-B050-C3A3-78C3-59E062684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Framework: Java + Karate + gRPC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97EA0E-37B2-BF0C-957A-E1A220BE8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Karate 1.5: features legibles y reportes HTML</a:t>
            </a:r>
          </a:p>
          <a:p>
            <a:r>
              <a:rPr lang="es-PE"/>
              <a:t>Java 17 / Maven: CI/CD enterprise</a:t>
            </a:r>
          </a:p>
          <a:p>
            <a:r>
              <a:rPr lang="es-PE"/>
              <a:t>UssdGrpcClient + UssdPayloads: initial() vs subsequent()</a:t>
            </a:r>
          </a:p>
          <a:p>
            <a:r>
              <a:rPr lang="es-PE"/>
              <a:t>Postman descartado (exploracion) | JMeter fase 2 (carga)</a:t>
            </a:r>
          </a:p>
          <a:p>
            <a:r>
              <a:rPr lang="es-PE"/>
              <a:t>Primero protegemos sesion y linea; luego recorrido completo</a:t>
            </a:r>
          </a:p>
        </p:txBody>
      </p:sp>
    </p:spTree>
    <p:extLst>
      <p:ext uri="{BB962C8B-B14F-4D97-AF65-F5344CB8AC3E}">
        <p14:creationId xmlns:p14="http://schemas.microsoft.com/office/powerpoint/2010/main" val="3590649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70275-60BC-2B52-4657-9EE84AA34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Suite automatizada (12 escenarios)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32BA14-5A33-2037-B8EB-5BA1153A1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00-contracto-payload - @contract (sin servidor)</a:t>
            </a:r>
          </a:p>
          <a:p>
            <a:r>
              <a:rPr lang="es-PE"/>
              <a:t>00-smoke-conexion - menu *999#</a:t>
            </a:r>
          </a:p>
          <a:p>
            <a:r>
              <a:rPr lang="es-PE"/>
              <a:t>01-inicio-sesion - obtencion de sessionId</a:t>
            </a:r>
          </a:p>
          <a:p>
            <a:r>
              <a:rPr lang="es-PE"/>
              <a:t>02 a 05 - opciones 1, 2, 3 y 4 del menu</a:t>
            </a:r>
          </a:p>
          <a:p>
            <a:r>
              <a:rPr lang="es-PE"/>
              <a:t>06-reglas-sesion - reglas stateful criticas</a:t>
            </a:r>
          </a:p>
          <a:p>
            <a:r>
              <a:rPr lang="es-PE"/>
              <a:t>07-flujo-completo - Happy Path E2E</a:t>
            </a:r>
          </a:p>
        </p:txBody>
      </p:sp>
    </p:spTree>
    <p:extLst>
      <p:ext uri="{BB962C8B-B14F-4D97-AF65-F5344CB8AC3E}">
        <p14:creationId xmlns:p14="http://schemas.microsoft.com/office/powerpoint/2010/main" val="3740218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5DEEA-A88D-D878-540F-03ED77C59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Reglas de sesion stateful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186CB9-59FD-C954-9360-151EE5BBE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Llamada inicial: solo msisdn y ussdString (*999#)</a:t>
            </a:r>
          </a:p>
          <a:p>
            <a:r>
              <a:rPr lang="es-PE"/>
              <a:t>Llamadas posteriores: solo cambia ussdString + sessionId en request</a:t>
            </a:r>
          </a:p>
          <a:p>
            <a:r>
              <a:rPr lang="es-PE"/>
              <a:t>Inmutables: sessionId (respuesta), msisdn, gwTransId, ussdGwId, type</a:t>
            </a:r>
          </a:p>
          <a:p>
            <a:r>
              <a:rPr lang="es-PE"/>
              <a:t>Feature clave: 06-reglas-sesion.feature</a:t>
            </a:r>
          </a:p>
        </p:txBody>
      </p:sp>
    </p:spTree>
    <p:extLst>
      <p:ext uri="{BB962C8B-B14F-4D97-AF65-F5344CB8AC3E}">
        <p14:creationId xmlns:p14="http://schemas.microsoft.com/office/powerpoint/2010/main" val="83482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95690-20DF-2A90-B062-3165EC8E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Happy Path (E2E)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CFF88D-BE7B-42DD-12C8-026EAAD56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*999# - menu principal + sessionId</a:t>
            </a:r>
          </a:p>
          <a:p>
            <a:r>
              <a:rPr lang="es-PE"/>
              <a:t>Opcion 1 - consultar saldo (mismo sessionId)</a:t>
            </a:r>
          </a:p>
          <a:p>
            <a:r>
              <a:rPr lang="es-PE"/>
              <a:t>Opcion 3 - estado de cuenta (mismo sessionId)</a:t>
            </a:r>
          </a:p>
          <a:p>
            <a:r>
              <a:rPr lang="es-PE"/>
              <a:t>Opcion 4 - salir (cierre limpio)</a:t>
            </a:r>
          </a:p>
          <a:p>
            <a:r>
              <a:rPr lang="es-PE"/>
              <a:t>Feature: 07-flujo-completo.feature</a:t>
            </a:r>
          </a:p>
        </p:txBody>
      </p:sp>
    </p:spTree>
    <p:extLst>
      <p:ext uri="{BB962C8B-B14F-4D97-AF65-F5344CB8AC3E}">
        <p14:creationId xmlns:p14="http://schemas.microsoft.com/office/powerpoint/2010/main" val="2337913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ECFFE0-9039-3EA7-F6A6-E8EF4649B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Demo y evidencia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D5538-FB16-E13D-2484-6212451C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Sin VPN: mvn test -Poffline (2/2 OK contrato)</a:t>
            </a:r>
          </a:p>
          <a:p>
            <a:r>
              <a:rPr lang="es-PE"/>
              <a:t>Con VPN: mvn test -Dtest=UssdTestRunner (10 integracion)</a:t>
            </a:r>
          </a:p>
          <a:p>
            <a:r>
              <a:rPr lang="es-PE"/>
              <a:t>Reporte: target/karate-reports/karate-summary.html</a:t>
            </a:r>
          </a:p>
          <a:p>
            <a:r>
              <a:rPr lang="es-PE"/>
              <a:t>Integracion lista; certificacion pendiente acceso red</a:t>
            </a:r>
          </a:p>
        </p:txBody>
      </p:sp>
    </p:spTree>
    <p:extLst>
      <p:ext uri="{BB962C8B-B14F-4D97-AF65-F5344CB8AC3E}">
        <p14:creationId xmlns:p14="http://schemas.microsoft.com/office/powerpoint/2010/main" val="132671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A5A1F-F879-5B84-B138-622FB6BC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Riesgos identificados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0A11BE-FA8F-1579-E6B0-F68323EE0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Perdida de sessionId - abandono del canal - asserts en cada paso</a:t>
            </a:r>
          </a:p>
          <a:p>
            <a:r>
              <a:rPr lang="es-ES"/>
              <a:t>MSISDN distinto - datos de otro usuario - validacion en flujos</a:t>
            </a:r>
          </a:p>
          <a:p>
            <a:r>
              <a:rPr lang="es-ES"/>
              <a:t>Payload incorrecto - rechazo gateway - 00-contracto-payload</a:t>
            </a:r>
          </a:p>
          <a:p>
            <a:r>
              <a:rPr lang="es-ES"/>
              <a:t>Ambiente no accesible - retraso certificacion - P0 VPN/red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439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62E3A-6ACE-956A-B368-9EE7141D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Semaforo de calidad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1F49BA-4CBE-B678-5B66-BB7A6FB88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VERDE: diseno de pruebas y cobertura funcional</a:t>
            </a:r>
          </a:p>
          <a:p>
            <a:r>
              <a:rPr lang="es-ES"/>
              <a:t>VERDE: reglas de sesion (sessionId, campos fijos)</a:t>
            </a:r>
          </a:p>
          <a:p>
            <a:r>
              <a:rPr lang="es-ES"/>
              <a:t>AMBAR: ejecucion contra simulador (VPN/red)</a:t>
            </a:r>
          </a:p>
          <a:p>
            <a:r>
              <a:rPr lang="es-ES"/>
              <a:t>PENDIENTE: pruebas de carga y seguridad negativa (fase 2)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9528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2F506-AFC6-B716-15B8-D4BFC0E21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Escalabilidad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7F582-6966-B16E-599D-2EF7258D2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Hoy: regresion funcional automatica (&lt; 3 min)</a:t>
            </a:r>
          </a:p>
          <a:p>
            <a:r>
              <a:rPr lang="es-PE"/>
              <a:t>Fase 2: JMeter/Gatling - p95, sesiones concurrentes</a:t>
            </a:r>
          </a:p>
          <a:p>
            <a:r>
              <a:rPr lang="es-PE"/>
              <a:t>Produccion: monitoreo sintetico *999# cada 5 min</a:t>
            </a:r>
          </a:p>
          <a:p>
            <a:r>
              <a:rPr lang="es-PE"/>
              <a:t>Funcional = cinturon | Carga = crash test | Monitor = airbag</a:t>
            </a:r>
          </a:p>
          <a:p>
            <a:r>
              <a:rPr lang="es-PE"/>
              <a:t>Arquitectura: TTL sessionId, limites por MSISDN</a:t>
            </a:r>
          </a:p>
        </p:txBody>
      </p:sp>
    </p:spTree>
    <p:extLst>
      <p:ext uri="{BB962C8B-B14F-4D97-AF65-F5344CB8AC3E}">
        <p14:creationId xmlns:p14="http://schemas.microsoft.com/office/powerpoint/2010/main" val="2020994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2B286-1C76-C768-8FC1-E103C3E9B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/>
              <a:t>Entregables y proximo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775EDE-2BAE-9AF5-D2A3-0D7B414E2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/>
              <a:t>Repo: github.com/ymonne32/Plataforma-USSD</a:t>
            </a:r>
          </a:p>
          <a:p>
            <a:r>
              <a:rPr lang="es-PE"/>
              <a:t>docs/ESTRATEGIA_QA.md + REPORTE_EJECUTIVO_CEO.md</a:t>
            </a:r>
          </a:p>
          <a:p>
            <a:r>
              <a:rPr lang="es-PE"/>
              <a:t>Evidencia: target/karate-reports/</a:t>
            </a:r>
          </a:p>
          <a:p>
            <a:r>
              <a:rPr lang="es-PE"/>
              <a:t>P0: habilitar 181.224.248.52:9898 y certificar integracion</a:t>
            </a:r>
          </a:p>
        </p:txBody>
      </p:sp>
    </p:spTree>
    <p:extLst>
      <p:ext uri="{BB962C8B-B14F-4D97-AF65-F5344CB8AC3E}">
        <p14:creationId xmlns:p14="http://schemas.microsoft.com/office/powerpoint/2010/main" val="3126461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2050B-BCC6-967D-AD9F-8AA449F063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/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655D7D-46A2-6636-BABF-0501243BDC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/>
              <a:t>Preguntas`nRepo: github.com/ymonne32/Plataforma-USSD</a:t>
            </a:r>
          </a:p>
        </p:txBody>
      </p:sp>
    </p:spTree>
    <p:extLst>
      <p:ext uri="{BB962C8B-B14F-4D97-AF65-F5344CB8AC3E}">
        <p14:creationId xmlns:p14="http://schemas.microsoft.com/office/powerpoint/2010/main" val="3063225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c04a875-6eb2-484b-a14b-e2519851b720}" enabled="1" method="Standard" siteId="{14cb4ab4-62b8-45a2-a944-e225383ee1f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</Words>
  <Application>Microsoft Office PowerPoint</Application>
  <PresentationFormat>Panorámica</PresentationFormat>
  <Paragraphs>71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Aseguramiento de Calidad</vt:lpstr>
      <vt:lpstr>Contexto de negocio</vt:lpstr>
      <vt:lpstr>Objetivo del reto</vt:lpstr>
      <vt:lpstr>Piramide de pruebas</vt:lpstr>
      <vt:lpstr>Framework: Java + Karate + gRPC</vt:lpstr>
      <vt:lpstr>Suite automatizada (12 escenarios)</vt:lpstr>
      <vt:lpstr>Reglas de sesion stateful</vt:lpstr>
      <vt:lpstr>Happy Path (E2E)</vt:lpstr>
      <vt:lpstr>Demo y evidencia</vt:lpstr>
      <vt:lpstr>Riesgos identificados</vt:lpstr>
      <vt:lpstr>Semaforo de calidad</vt:lpstr>
      <vt:lpstr>Escalabilidad</vt:lpstr>
      <vt:lpstr>Entregables y proximo paso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Yamileidy Monne Clemente</dc:creator>
  <cp:lastModifiedBy>Yamileidy Monne Clemente</cp:lastModifiedBy>
  <cp:revision>1</cp:revision>
  <dcterms:created xsi:type="dcterms:W3CDTF">2026-06-02T18:34:08Z</dcterms:created>
  <dcterms:modified xsi:type="dcterms:W3CDTF">2026-06-02T18:34:08Z</dcterms:modified>
</cp:coreProperties>
</file>